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7200" b="1">
                <a:solidFill>
                  <a:srgbClr val="00D4AA"/>
                </a:solidFill>
                <a:latin typeface="Calibri"/>
              </a:defRPr>
            </a:pPr>
            <a:r>
              <a:t>Wayfinder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3000" b="0">
                <a:solidFill>
                  <a:srgbClr val="3D9DF3"/>
                </a:solidFill>
                <a:latin typeface="Calibri"/>
              </a:defRPr>
            </a:pPr>
            <a:r>
              <a:t>Hybrid Token-Efficient Routing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Calibri"/>
              </a:defRPr>
            </a:pPr>
            <a:r>
              <a:t>AMD Developer Hackathon ACT II — Track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65760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PostboxRetinal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4000" b="1">
                <a:solidFill>
                  <a:srgbClr val="FFBF0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19"/>
            <a:ext cx="48463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FFBF00"/>
                </a:solidFill>
                <a:latin typeface="Calibri"/>
              </a:defRPr>
            </a:pPr>
            <a:r>
              <a:t>Accuracy vs Cost Tradeoff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No single model excels at every task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67127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Premium models cost 10-100x more per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59735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Waste: routing every query to the largest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52343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Manual model selection doesn't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44951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- 14 diverse benchmark tasks across 8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303520" cy="5029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19"/>
            <a:ext cx="48463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74519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Token budgets are limited — every call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67127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Smaller models respond 3-5x 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59735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Hackathon constraint: $50 credit must last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52343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Gemma Prize requires efficient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44951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- Solution: intelligent task-aware dispatch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4000" b="1">
                <a:solidFill>
                  <a:srgbClr val="00D4A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Classifier -&gt; Selector -&gt; Router -&gt; Evaluator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103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3D9DF3"/>
                </a:solidFill>
                <a:latin typeface="Calibri"/>
              </a:defRPr>
            </a:pPr>
            <a:r>
              <a:t>Gemma 4 26B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1031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- Dedicated H200 - Reasoning, Creative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03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3D9DF3"/>
                </a:solidFill>
                <a:latin typeface="Calibri"/>
              </a:defRPr>
            </a:pPr>
            <a:r>
              <a:t>Gemma 4 E4B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21031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- Local ROCm/llama.cpp -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56032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2103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DeepSeek V4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21031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- Serverless - Code, Math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783080"/>
            <a:ext cx="21031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GLM 5.2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240280"/>
            <a:ext cx="21031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- Serverless - Complex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CLI + Streamlit Web UI | Docker containerized | JSON output for judging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4000" b="1">
                <a:solidFill>
                  <a:srgbClr val="3D9DF3"/>
                </a:solidFill>
                <a:latin typeface="Calibri"/>
              </a:defRPr>
            </a:pPr>
            <a:r>
              <a:t>Routing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2286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7315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Analyze prompt -&gt; MATH, CODE, REASONING, FACTOID, etc.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27432" cy="228600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286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7315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Pick optimal model per task + max_tokens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23160"/>
            <a:ext cx="27432" cy="228600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286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7315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Call model via Fireworks API or local llama.cpp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200400"/>
            <a:ext cx="27432" cy="228600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39"/>
            <a:ext cx="2286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20439"/>
            <a:ext cx="7315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Score response accuracy, detect failures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977639"/>
            <a:ext cx="27432" cy="228600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286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97680"/>
            <a:ext cx="7315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If score too low, try next model in 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754880"/>
            <a:ext cx="27432" cy="228600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2286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074920"/>
            <a:ext cx="7315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Package result with model, tokens, cost metadata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4000" b="1">
                <a:solidFill>
                  <a:srgbClr val="00D4A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2860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097280"/>
            <a:ext cx="22860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2860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22860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22860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097280"/>
            <a:ext cx="22860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$0.002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37360"/>
            <a:ext cx="22860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Calibri"/>
              </a:defRPr>
            </a:pPr>
            <a:r>
              <a:t>Cost/Run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530352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79"/>
            <a:ext cx="48463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Coverage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54679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models.py: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47287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tasks.py: 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39896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router.py: 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32504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- 53 source files, 301 statements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25112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- 4 test files, pre-commit QA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530352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697479"/>
            <a:ext cx="48463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3D9DF3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54679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OpenSpec validated — 50 documented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7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Gemma 4 routed 9/14 benchmark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39896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- 100% accuracy at $0.002 per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032504"/>
            <a:ext cx="4846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Docker + Streamlit + CLI — 3 delivery modes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4000" b="1">
                <a:solidFill>
                  <a:srgbClr val="3D9DF3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Calibri"/>
              </a:defRPr>
            </a:pPr>
            <a:r>
              <a:t>uv, pytest, ruff — modern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Streamlit 1.59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Calibri"/>
              </a:defRPr>
            </a:pPr>
            <a:r>
              <a:t>Interactive Web UI, forms, dataframes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Fireworks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39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Calibri"/>
              </a:defRPr>
            </a:pPr>
            <a:r>
              <a:t>Serverless + dedicated H200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AMD ROCm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39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Calibri"/>
              </a:defRPr>
            </a:pPr>
            <a:r>
              <a:t>Local Gemma 4 E4B via llama.cpp, 48GB VRAM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Docker/Podman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Calibri"/>
              </a:defRPr>
            </a:pPr>
            <a:r>
              <a:t>Containerized with Quadlet systemd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OpenSpec SDD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Calibri"/>
              </a:defRPr>
            </a:pPr>
            <a:r>
              <a:t>50 documented tasks, CLI-validated specs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4000" b="1">
                <a:solidFill>
                  <a:srgbClr val="FFBF00"/>
                </a:solidFill>
                <a:latin typeface="Calibri"/>
              </a:defRPr>
            </a:pPr>
            <a:r>
              <a:t>Gemma Prize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25880"/>
            <a:ext cx="100584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FFBF00"/>
                </a:solidFill>
                <a:latin typeface="Calibri"/>
              </a:defRPr>
            </a:pPr>
            <a:r>
              <a:t>Gemma 4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058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8755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Dedicated H200 deployment (4x NVIDIA H200 141GB, ~$28/hr)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0058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98755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Local inference via llama.cpp on AMD ROCm GPU (48GB VRAM, $0 cost)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4572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Prize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Gemma 4 model used in routing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87368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Task-aware selection demonstrates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79976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Local Gemma 4 E4B for zero-cost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72584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Hybrid: dedicated + local deployment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00400"/>
            <a:ext cx="502920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337560"/>
            <a:ext cx="45720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Cost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94760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Dedicated H200: ~$78 total (2.54 GPU hours)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87368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Local E4B: $0 per inference (free tier)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379976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Serverless: ~$0.002 per benchmark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72584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- Total under $80 for full development + 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5200" b="1">
                <a:solidFill>
                  <a:srgbClr val="00D4AA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2200" b="0">
                <a:solidFill>
                  <a:srgbClr val="3D9DF3"/>
                </a:solidFill>
                <a:latin typeface="Calibri"/>
              </a:defRPr>
            </a:pPr>
            <a:r>
              <a:t>Streamlit Web UI  |  CLI Interface  |  Benchmark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389120"/>
            <a:ext cx="5486400" cy="27432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700" b="0">
                <a:solidFill>
                  <a:srgbClr val="A0A0A0"/>
                </a:solidFill>
                <a:latin typeface="Calibri"/>
              </a:defRPr>
            </a:pPr>
            <a:r>
              <a:t>github.com/PostboxRetinal/amd-hackathon-act2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D9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6000" b="1">
                <a:solidFill>
                  <a:srgbClr val="00D4A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2600" b="0">
                <a:solidFill>
                  <a:srgbClr val="3D9DF3"/>
                </a:solidFill>
                <a:latin typeface="Calibri"/>
              </a:defRPr>
            </a:pPr>
            <a:r>
              <a:t>Wayfinder — Hybrid Token-Efficient Routing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114800"/>
            <a:ext cx="3657600" cy="27432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2200" b="0">
                <a:solidFill>
                  <a:srgbClr val="A0A0A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300" b="0">
                <a:solidFill>
                  <a:srgbClr val="A0A0A0"/>
                </a:solidFill>
                <a:latin typeface="Calibri"/>
              </a:defRPr>
            </a:pPr>
            <a:r>
              <a:t>PostboxRetinal — AMD Hackathon ACT II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